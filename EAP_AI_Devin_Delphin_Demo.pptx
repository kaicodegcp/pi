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AI‑Assisted Engineering for EAP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Tools: Devin AI (Autonomous Engineer) + Delphin AI (Orchestrator)</a:t>
            </a:r>
          </a:p>
          <a:p/>
          <a:p>
            <a:r>
              <a:t>• Reduce manual engineering toil</a:t>
            </a:r>
          </a:p>
          <a:p>
            <a:r>
              <a:t>• Maintain security &amp; compliance</a:t>
            </a:r>
          </a:p>
          <a:p>
            <a:r>
              <a:t>• 40–55% effective capacity gain</a:t>
            </a:r>
          </a:p>
          <a:p>
            <a:r>
              <a:t>• Faster delivery: days → hours</a:t>
            </a:r>
          </a:p>
          <a:p/>
          <a:p>
            <a:r>
              <a:t>AI writes code. Humans approve &amp; deploy.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AI‑Assisted Engineering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Jira Ticket</a:t>
            </a:r>
          </a:p>
          <a:p>
            <a:r>
              <a:t>   ↓</a:t>
            </a:r>
          </a:p>
          <a:p>
            <a:r>
              <a:t>Delphin AI (Governance &amp; Routing)</a:t>
            </a:r>
          </a:p>
          <a:p>
            <a:r>
              <a:t>   ↓</a:t>
            </a:r>
          </a:p>
          <a:p>
            <a:r>
              <a:t>Devin AI (Code / Infra / OpenShift)</a:t>
            </a:r>
          </a:p>
          <a:p>
            <a:r>
              <a:t>   ↓</a:t>
            </a:r>
          </a:p>
          <a:p>
            <a:r>
              <a:t>CI + QA Automation</a:t>
            </a:r>
          </a:p>
          <a:p>
            <a:r>
              <a:t>   ↓</a:t>
            </a:r>
          </a:p>
          <a:p>
            <a:r>
              <a:t>Human Review &amp; Approval</a:t>
            </a:r>
          </a:p>
          <a:p/>
          <a:p>
            <a:r>
              <a:t>No AI access to prod or secrets.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Task:</a:t>
            </a:r>
          </a:p>
          <a:p>
            <a:r>
              <a:t>Create Ansible role to enforce python3 for impala‑shell</a:t>
            </a:r>
          </a:p>
          <a:p/>
          <a:p>
            <a:r>
              <a:t>• Devin creates feature branch</a:t>
            </a:r>
          </a:p>
          <a:p>
            <a:r>
              <a:t>• Writes idempotent Ansible role</a:t>
            </a:r>
          </a:p>
          <a:p>
            <a:r>
              <a:t>• Runs lint &amp; tests</a:t>
            </a:r>
          </a:p>
          <a:p>
            <a:r>
              <a:t>• Opens PR with validation steps</a:t>
            </a:r>
          </a:p>
          <a:p/>
          <a:p>
            <a:r>
              <a:t>Result: PR‑ready automation in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